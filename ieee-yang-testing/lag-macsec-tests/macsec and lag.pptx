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20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3ADB-B8FA-F16E-645A-5C82E6E4B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9490F-A527-4D6C-A246-22127DA25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2C59-8915-A9DD-5479-B6789729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B415C-4191-0803-118D-860711C9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3F86-87F9-7D27-F24E-B4C55C86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95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49AE-D631-1F49-F14E-2EBAC853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D87C-C455-BBF3-DE34-18479098F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B105F-FF38-BE3C-77BB-3B7810EC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9F9BA-B662-21DD-5547-28CA94B0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CFBA1-FB66-BCCE-2686-2B99902D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8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14D8-DBC1-D53F-13F7-F09F7112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188AF-E3EC-21B8-64BF-E63EC5AA5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15C1C-E05A-B135-942C-4DB17528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2C69D-53DD-0512-8B71-E7015139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B1F5B-40BB-814A-A97F-243F8AC0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3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D285-4D4B-83EC-9A8B-6A92443F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E9A25-2628-002C-89EB-899040A11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55FBE-AA09-4D49-7CE4-3EEC402AF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07224-DC27-D553-889B-6398BD31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4A570-B759-84B1-AAFC-0836A7ABC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F7FAE-B5A7-6C02-37F2-635BB31F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2E89-88F8-7D4D-7455-7C6A96A0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277FF-74AD-AE36-3493-1A51D6E0F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7D8E1-48B5-481E-7837-35090367A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6C1D7-5482-6641-02D8-A5746C7A3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C3609-9088-6800-3291-EB5B258FD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7C49E-FCD8-11C9-D147-DE28CCC0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1CE88-0A50-A93E-05FD-9C8CAF60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2FCC6-97E3-4E98-B8C8-EADC2D91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2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42A4-9010-2E7C-E76D-1D662AA0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204E6F-1E9A-6CF1-6266-7E8C93F2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05116-FAF5-8A03-9DFC-7C0CB3F8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EF080-A829-BFD9-3E17-1B120908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62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F3894-0A4E-4AF3-685D-BB1B5896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5177F-2414-4FDD-B0FD-E31A082E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FC9D5-960F-9172-9E77-F0F0FBE6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9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FEA3-7D0D-7D9E-BA45-BBE9ACEC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1D49-4408-F966-07CD-DD7B3FEC5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F6B55-6AA4-1242-FCFC-3078E68E7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784BF-9C60-84A7-87B0-E98C7F02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C69E-503B-39ED-834C-9EB32FAC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BF5EE-E5F9-63B8-8FA3-A0FF88EE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86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07FB-9422-1290-422B-E3C52DA9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625622-87D0-19BB-E762-F3B5CAE8A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5D81F-DE89-CCF6-E075-B6D808A4C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7C24C-08CB-2E1F-ED4E-45C8C80F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1BF7B-FC57-1A7E-6FB3-2400237B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DBEFE-2DB7-3838-10ED-0F330F89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9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D2F63-BAB5-CE04-0EE0-343B4A66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AA0F0-C114-1A34-8F4A-24E0F7D16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2A5C4-C792-8D8B-2223-62D9E66E3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C1661-8AF4-22AF-4396-9F7CF13B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47B0E-FEFE-42E3-DDC7-E616A0C3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33606-5A3F-8D0F-4DB8-A2F119C52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CFF25-84FF-EAD7-B0EF-AE48796F0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F851A-A14C-AD91-E21E-66CE1F750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D0FE6-0453-1290-7526-5A366797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97AE3-1D39-A43F-019A-8F08D401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1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3E167-4F17-2795-B281-81C12A6B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1D135-B5B8-9FCD-A1E5-7DF3A65DA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57AB-4776-4E2D-28E1-BC6D3B577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DEC5-5410-4468-97FB-71BA695888A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41B9-BA37-0BC8-56E2-9D3DF0BE2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D66DD-AD27-9B1A-BAF7-FA86DB702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BC882-2611-4F93-B5BF-063ED58AC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1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D107-FC78-59B8-CE9F-D65F72A08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macsec</a:t>
            </a:r>
            <a:r>
              <a:rPr lang="en-US" dirty="0"/>
              <a:t> and lag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07D6E-A6FC-1B9E-8052-8322BF644A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yangsters</a:t>
            </a:r>
            <a:r>
              <a:rPr lang="en-US" dirty="0"/>
              <a:t> 2026-01-13</a:t>
            </a:r>
          </a:p>
        </p:txBody>
      </p:sp>
    </p:spTree>
    <p:extLst>
      <p:ext uri="{BB962C8B-B14F-4D97-AF65-F5344CB8AC3E}">
        <p14:creationId xmlns:p14="http://schemas.microsoft.com/office/powerpoint/2010/main" val="315032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DDEA-7013-4EDE-7540-049D6DAD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A8CC-DFE9-A2BA-EF62-EEB86268B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what needs to be done to combine the lag example with </a:t>
            </a:r>
            <a:r>
              <a:rPr lang="en-US" dirty="0" err="1"/>
              <a:t>macsec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259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BEBFD-76AD-4B47-6984-DF081587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files (attached to pdf)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CEB97-583E-4731-97C7-6579CF349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macsec-lag.tree</a:t>
            </a:r>
            <a:r>
              <a:rPr lang="en-US" dirty="0"/>
              <a:t>: tree with only relevant modules</a:t>
            </a:r>
          </a:p>
          <a:p>
            <a:r>
              <a:rPr lang="en-US" dirty="0"/>
              <a:t>macsec-lag-tree-augmented.docx:  tree highlighted</a:t>
            </a:r>
          </a:p>
          <a:p>
            <a:r>
              <a:rPr lang="en-US" dirty="0"/>
              <a:t>rpt.sh: </a:t>
            </a:r>
            <a:r>
              <a:rPr lang="en-US" dirty="0" err="1"/>
              <a:t>pyang</a:t>
            </a:r>
            <a:r>
              <a:rPr lang="en-US" dirty="0"/>
              <a:t> script to generate the tree</a:t>
            </a:r>
          </a:p>
          <a:p>
            <a:r>
              <a:rPr lang="en-US" dirty="0"/>
              <a:t>yl.sh: </a:t>
            </a:r>
            <a:r>
              <a:rPr lang="en-US" dirty="0" err="1"/>
              <a:t>yanglint</a:t>
            </a:r>
            <a:r>
              <a:rPr lang="en-US" dirty="0"/>
              <a:t> script to convert the </a:t>
            </a:r>
            <a:r>
              <a:rPr lang="en-US" dirty="0" err="1"/>
              <a:t>json</a:t>
            </a:r>
            <a:r>
              <a:rPr lang="en-US" dirty="0"/>
              <a:t> input into xml</a:t>
            </a:r>
          </a:p>
          <a:p>
            <a:r>
              <a:rPr lang="en-US" dirty="0"/>
              <a:t>ex-bridge-with-lag-</a:t>
            </a:r>
            <a:r>
              <a:rPr lang="en-US" dirty="0" err="1"/>
              <a:t>config.json</a:t>
            </a:r>
            <a:r>
              <a:rPr lang="en-US" dirty="0"/>
              <a:t>: initial instance file with just </a:t>
            </a:r>
            <a:r>
              <a:rPr lang="en-US"/>
              <a:t>lag included.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macsec and lag</vt:lpstr>
      <vt:lpstr>Purpose</vt:lpstr>
      <vt:lpstr>Initial files (attached to pdf)</vt:lpstr>
    </vt:vector>
  </TitlesOfParts>
  <Company>Ericsson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Mansfield</dc:creator>
  <cp:lastModifiedBy>Scott Mansfield</cp:lastModifiedBy>
  <cp:revision>1</cp:revision>
  <dcterms:created xsi:type="dcterms:W3CDTF">2026-01-13T14:20:59Z</dcterms:created>
  <dcterms:modified xsi:type="dcterms:W3CDTF">2026-01-13T14:25:03Z</dcterms:modified>
</cp:coreProperties>
</file>